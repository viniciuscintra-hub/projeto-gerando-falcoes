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7104380" cy="10234930"/>
  <p:defaultTextStyle>
    <a:defPPr>
      <a:defRPr lang="zh-CN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kern="1200">
        <a:solidFill>
          <a:schemeClr val="tx1"/>
        </a:solidFill>
        <a:latin typeface="Calibri" panose="020F0502020204030204" charset="0"/>
        <a:ea typeface="黑体" charset="0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kern="1200">
        <a:solidFill>
          <a:schemeClr val="tx1"/>
        </a:solidFill>
        <a:latin typeface="Calibri" panose="020F0502020204030204" charset="0"/>
        <a:ea typeface="黑体" charset="0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kern="1200">
        <a:solidFill>
          <a:schemeClr val="tx1"/>
        </a:solidFill>
        <a:latin typeface="Calibri" panose="020F0502020204030204" charset="0"/>
        <a:ea typeface="黑体" charset="0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kern="1200">
        <a:solidFill>
          <a:schemeClr val="tx1"/>
        </a:solidFill>
        <a:latin typeface="Calibri" panose="020F0502020204030204" charset="0"/>
        <a:ea typeface="黑体" charset="0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kern="1200">
        <a:solidFill>
          <a:schemeClr val="tx1"/>
        </a:solidFill>
        <a:latin typeface="Calibri" panose="020F0502020204030204" charset="0"/>
        <a:ea typeface="黑体" charset="0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kern="1200">
        <a:solidFill>
          <a:schemeClr val="tx1"/>
        </a:solidFill>
        <a:latin typeface="Calibri" panose="020F0502020204030204" charset="0"/>
        <a:ea typeface="黑体" charset="0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kern="1200">
        <a:solidFill>
          <a:schemeClr val="tx1"/>
        </a:solidFill>
        <a:latin typeface="Calibri" panose="020F0502020204030204" charset="0"/>
        <a:ea typeface="黑体" charset="0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kern="1200">
        <a:solidFill>
          <a:schemeClr val="tx1"/>
        </a:solidFill>
        <a:latin typeface="Calibri" panose="020F0502020204030204" charset="0"/>
        <a:ea typeface="黑体" charset="0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kern="1200">
        <a:solidFill>
          <a:schemeClr val="tx1"/>
        </a:solidFill>
        <a:latin typeface="Calibri" panose="020F0502020204030204" charset="0"/>
        <a:ea typeface="黑体" charset="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showOutlineIcons="0" horzBarState="maximized">
    <p:restoredLeft sz="12278"/>
    <p:restoredTop sz="94660"/>
  </p:normalViewPr>
  <p:slideViewPr>
    <p:cSldViewPr snapToGrid="0" showGuides="1">
      <p:cViewPr varScale="1">
        <p:scale>
          <a:sx n="117" d="100"/>
          <a:sy n="117" d="100"/>
        </p:scale>
        <p:origin x="510" y="102"/>
      </p:cViewPr>
      <p:guideLst>
        <p:guide orient="horz" pos="2159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1999" cy="71999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handoutMaster" Target="handoutMasters/handoutMaster1.xml"/><Relationship Id="rId11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pPr fontAlgn="auto"/>
            <a:endParaRPr lang="en-US" strike="noStrike" noProof="1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pPr fontAlgn="auto"/>
            <a:fld id="{0F9B84EA-7D68-4D60-9CB1-D50884785D1C}" type="datetimeFigureOut">
              <a:rPr lang="en-US" sz="1245" strike="noStrike" noProof="1" smtClean="0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263"/>
            <a:ext cx="3078163" cy="5143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pPr fontAlgn="auto"/>
            <a:endParaRPr lang="en-US" strike="noStrike" noProof="1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4313" y="9720263"/>
            <a:ext cx="3078163" cy="5143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pPr fontAlgn="auto"/>
            <a:fld id="{8D4E0FC9-F1F8-4FAE-9988-3BA365CFD46F}" type="slidenum">
              <a:rPr lang="en-US" sz="1245" strike="noStrike" noProof="1" smtClean="0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fontAlgn="auto"/>
            <a:endParaRPr lang="en-US" strike="noStrike" noProof="1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fontAlgn="auto"/>
            <a:fld id="{D6C8D182-E4C8-4120-9249-FC9774456FFA}" type="datetimeFigureOut">
              <a:rPr lang="en-US" strike="noStrike" noProof="1" smtClean="0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  <p:sp>
        <p:nvSpPr>
          <p:cNvPr id="3076" name="Slide Image Placehoder 3"/>
          <p:cNvSpPr>
            <a:spLocks noGrp="1" noRot="1" noChangeAspect="1"/>
          </p:cNvSpPr>
          <p:nvPr>
            <p:ph type="sldImg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77" name="Note Placeholder 4"/>
          <p:cNvSpPr>
            <a:spLocks noGrp="1"/>
          </p:cNvSpPr>
          <p:nvPr>
            <p:ph type="body" sz="quarter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 w="9525">
            <a:noFill/>
          </a:ln>
        </p:spPr>
        <p:txBody>
          <a:bodyPr vert="horz" lIns="91440" tIns="45720" rIns="91440" bIns="45720" anchor="t" anchorCtr="0"/>
          <a:p>
            <a:pPr lvl="0"/>
            <a:r>
              <a:rPr lang="en-US" altLang="pt-BR"/>
              <a:t>Edit Master text styles</a:t>
            </a:r>
            <a:endParaRPr lang="en-US" altLang="pt-BR"/>
          </a:p>
          <a:p>
            <a:pPr lvl="1"/>
            <a:r>
              <a:rPr lang="en-US" altLang="pt-BR"/>
              <a:t>Second level</a:t>
            </a:r>
            <a:endParaRPr lang="en-US" altLang="pt-BR"/>
          </a:p>
          <a:p>
            <a:pPr lvl="2"/>
            <a:r>
              <a:rPr lang="en-US" altLang="pt-BR"/>
              <a:t>Third level</a:t>
            </a:r>
            <a:endParaRPr lang="en-US" altLang="pt-BR"/>
          </a:p>
          <a:p>
            <a:pPr lvl="3"/>
            <a:r>
              <a:rPr lang="en-US" altLang="pt-BR"/>
              <a:t>Fourth level</a:t>
            </a:r>
            <a:endParaRPr lang="en-US" altLang="pt-BR"/>
          </a:p>
          <a:p>
            <a:pPr lvl="4"/>
            <a:r>
              <a:rPr lang="en-US" altLang="pt-BR"/>
              <a:t>Fifth level</a:t>
            </a:r>
            <a:endParaRPr lang="en-US" alt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fontAlgn="auto"/>
            <a:endParaRPr lang="en-US" strike="noStrike" noProof="1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fontAlgn="auto"/>
            <a:fld id="{85D0DACE-38E0-42D2-9336-2B707D34BC6D}" type="slidenum">
              <a:rPr lang="en-US" strike="noStrike" noProof="1" smtClean="0">
                <a:latin typeface="+mn-lt"/>
                <a:ea typeface="+mn-ea"/>
                <a:cs typeface="+mn-cs"/>
              </a:rPr>
            </a:fld>
            <a:endParaRPr 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  <a:latin typeface="Calibri Light" panose="020F0302020204030204" pitchFamily="34" charset="0"/>
              </a:defRPr>
            </a:lvl1pPr>
          </a:lstStyle>
          <a:p>
            <a:pPr fontAlgn="auto"/>
            <a:r>
              <a:rPr lang="en-US" strike="noStrike" noProof="1" dirty="0" smtClean="0"/>
              <a:t>Click to edit Master title style</a:t>
            </a:r>
            <a:endParaRPr lang="en-US" strike="noStrike" noProof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alibri Light" panose="020F0302020204030204" pitchFamily="34" charset="0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auto"/>
            <a:r>
              <a:rPr lang="en-US" strike="noStrike" noProof="1" dirty="0" smtClean="0"/>
              <a:t>Click to edit Master subtitle style</a:t>
            </a:r>
            <a:endParaRPr lang="en-US" strike="noStrike" noProof="1" dirty="0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fontAlgn="auto"/>
            <a:fld id="{760FBDFE-C587-4B4C-A407-44438C67B59E}" type="datetimeFigureOut">
              <a:rPr lang="en-US" strike="noStrike" noProof="1" smtClean="0">
                <a:latin typeface="+mn-lt"/>
                <a:ea typeface="+mn-ea"/>
                <a:cs typeface="+mn-cs"/>
              </a:rPr>
            </a:fld>
            <a:endParaRPr lang="en-US" strike="noStrike" noProof="1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fontAlgn="auto"/>
            <a:endParaRPr lang="en-US" strike="noStrike" noProof="1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fontAlgn="auto"/>
            <a:fld id="{49AE70B2-8BF9-45C0-BB95-33D1B9D3A854}" type="slidenum">
              <a:rPr lang="en-US" strike="noStrike" noProof="1" smtClean="0"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</a:fld>
            <a:endParaRPr lang="en-US" strike="noStrike" noProof="1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1">
                <a:effectLst/>
                <a:latin typeface="Calibri Light" panose="020F0302020204030204" pitchFamily="34" charset="0"/>
              </a:defRPr>
            </a:lvl1pPr>
          </a:lstStyle>
          <a:p>
            <a:pPr fontAlgn="auto"/>
            <a:r>
              <a:rPr lang="en-US" strike="noStrike" noProof="1" dirty="0" smtClean="0"/>
              <a:t>Click to edit Master title style</a:t>
            </a:r>
            <a:endParaRPr lang="en-US" strike="noStrike" noProof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 fontAlgn="auto"/>
            <a:r>
              <a:rPr lang="en-US" strike="noStrike" noProof="1" dirty="0" smtClean="0"/>
              <a:t>Click to edit Master text styles</a:t>
            </a:r>
            <a:endParaRPr lang="en-US" strike="noStrike" noProof="1" dirty="0" smtClean="0"/>
          </a:p>
          <a:p>
            <a:pPr lvl="1" fontAlgn="auto"/>
            <a:r>
              <a:rPr lang="en-US" strike="noStrike" noProof="1" dirty="0"/>
              <a:t>Second level </a:t>
            </a:r>
            <a:endParaRPr lang="en-US" strike="noStrike" noProof="1" dirty="0"/>
          </a:p>
          <a:p>
            <a:pPr lvl="2" fontAlgn="auto"/>
            <a:r>
              <a:rPr lang="en-US" strike="noStrike" noProof="1" dirty="0"/>
              <a:t>Third level</a:t>
            </a:r>
            <a:endParaRPr lang="en-US" strike="noStrike" noProof="1" dirty="0"/>
          </a:p>
          <a:p>
            <a:pPr lvl="3" fontAlgn="auto"/>
            <a:r>
              <a:rPr lang="en-US" strike="noStrike" noProof="1" dirty="0"/>
              <a:t>Fourth level</a:t>
            </a:r>
            <a:endParaRPr lang="en-US" strike="noStrike" noProof="1" dirty="0"/>
          </a:p>
          <a:p>
            <a:pPr lvl="4" fontAlgn="auto"/>
            <a:r>
              <a:rPr lang="en-US" strike="noStrike" noProof="1" dirty="0"/>
              <a:t>Fifth level</a:t>
            </a:r>
            <a:endParaRPr lang="en-US" strike="noStrike" noProof="1" dirty="0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fontAlgn="auto"/>
            <a:fld id="{760FBDFE-C587-4B4C-A407-44438C67B59E}" type="datetimeFigureOut">
              <a:rPr lang="en-US" strike="noStrike" noProof="1" smtClean="0">
                <a:latin typeface="+mn-lt"/>
                <a:ea typeface="+mn-ea"/>
                <a:cs typeface="+mn-cs"/>
              </a:rPr>
            </a:fld>
            <a:endParaRPr lang="en-US" strike="noStrike" noProof="1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fontAlgn="auto"/>
            <a:endParaRPr lang="en-US" strike="noStrike" noProof="1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fontAlgn="auto"/>
            <a:fld id="{49AE70B2-8BF9-45C0-BB95-33D1B9D3A854}" type="slidenum">
              <a:rPr lang="en-US" strike="noStrike" noProof="1" smtClean="0"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</a:fld>
            <a:endParaRPr lang="en-US" strike="noStrike" noProof="1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3135" cy="811530"/>
          </a:xfrm>
        </p:spPr>
        <p:txBody>
          <a:bodyPr anchor="b">
            <a:noAutofit/>
          </a:bodyPr>
          <a:lstStyle>
            <a:lvl1pPr>
              <a:defRPr sz="6000">
                <a:effectLst/>
              </a:defRPr>
            </a:lvl1pPr>
          </a:lstStyle>
          <a:p>
            <a:pPr fontAlgn="auto"/>
            <a:r>
              <a:rPr lang="en-US" strike="noStrike" noProof="1" dirty="0" smtClean="0">
                <a:sym typeface="+mn-ea"/>
              </a:rPr>
              <a:t>Click to edit Master title style</a:t>
            </a:r>
            <a:endParaRPr lang="en-US" strike="noStrike" noProof="1" dirty="0" smtClean="0">
              <a:sym typeface="+mn-ea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auto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fontAlgn="auto"/>
            <a:fld id="{760FBDFE-C587-4B4C-A407-44438C67B59E}" type="datetimeFigureOut">
              <a:rPr lang="en-US" strike="noStrike" noProof="1" smtClean="0">
                <a:latin typeface="+mn-lt"/>
                <a:ea typeface="+mn-ea"/>
                <a:cs typeface="+mn-cs"/>
              </a:rPr>
            </a:fld>
            <a:endParaRPr lang="en-US" strike="noStrike" noProof="1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fontAlgn="auto"/>
            <a:endParaRPr lang="en-US" strike="noStrike" noProof="1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fontAlgn="auto"/>
            <a:fld id="{49AE70B2-8BF9-45C0-BB95-33D1B9D3A854}" type="slidenum">
              <a:rPr lang="en-US" strike="noStrike" noProof="1" smtClean="0"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</a:fld>
            <a:endParaRPr lang="en-US" strike="noStrike" noProof="1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pPr fontAlgn="auto"/>
            <a:r>
              <a:rPr lang="en-US" strike="noStrike" noProof="1" dirty="0" smtClean="0">
                <a:sym typeface="+mn-ea"/>
              </a:rPr>
              <a:t>Click to edit Master title style</a:t>
            </a:r>
            <a:endParaRPr lang="en-US" strike="noStrike" noProof="1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 fontAlgn="auto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  <a:p>
            <a:pPr lvl="1" fontAlgn="auto"/>
            <a:r>
              <a:rPr lang="en-US" strike="noStrike" noProof="1" dirty="0"/>
              <a:t>Second level</a:t>
            </a:r>
            <a:endParaRPr lang="en-US" strike="noStrike" noProof="1" dirty="0"/>
          </a:p>
          <a:p>
            <a:pPr lvl="2" fontAlgn="auto"/>
            <a:r>
              <a:rPr lang="en-US" strike="noStrike" noProof="1" dirty="0"/>
              <a:t>Third level</a:t>
            </a:r>
            <a:endParaRPr lang="en-US" strike="noStrike" noProof="1" dirty="0"/>
          </a:p>
          <a:p>
            <a:pPr lvl="3" fontAlgn="auto"/>
            <a:r>
              <a:rPr lang="en-US" strike="noStrike" noProof="1" dirty="0"/>
              <a:t>Fourth level</a:t>
            </a:r>
            <a:endParaRPr lang="en-US" strike="noStrike" noProof="1" dirty="0"/>
          </a:p>
          <a:p>
            <a:pPr lvl="4" fontAlgn="auto"/>
            <a:r>
              <a:rPr lang="en-US" strike="noStrike" noProof="1" dirty="0"/>
              <a:t>Fifth level</a:t>
            </a:r>
            <a:endParaRPr lang="en-US" strike="noStrike" noProof="1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kumimoji="0" lang="en-US" sz="2800" b="0" i="0" u="none" strike="noStrike" kern="1200" cap="none" spc="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fontAlgn="auto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  <a:p>
            <a:pPr lvl="1" fontAlgn="auto"/>
            <a:r>
              <a:rPr lang="en-US" strike="noStrike" noProof="1" dirty="0">
                <a:sym typeface="+mn-ea"/>
              </a:rPr>
              <a:t>Second level</a:t>
            </a:r>
            <a:endParaRPr lang="en-US" strike="noStrike" noProof="1" dirty="0"/>
          </a:p>
          <a:p>
            <a:pPr lvl="2" fontAlgn="auto"/>
            <a:r>
              <a:rPr lang="en-US" strike="noStrike" noProof="1" dirty="0">
                <a:sym typeface="+mn-ea"/>
              </a:rPr>
              <a:t>Third level</a:t>
            </a:r>
            <a:endParaRPr lang="en-US" strike="noStrike" noProof="1" dirty="0"/>
          </a:p>
          <a:p>
            <a:pPr lvl="3" fontAlgn="auto"/>
            <a:r>
              <a:rPr lang="en-US" strike="noStrike" noProof="1" dirty="0">
                <a:sym typeface="+mn-ea"/>
              </a:rPr>
              <a:t>Fourth level</a:t>
            </a:r>
            <a:endParaRPr lang="en-US" strike="noStrike" noProof="1" dirty="0"/>
          </a:p>
          <a:p>
            <a:pPr lvl="4" fontAlgn="auto"/>
            <a:r>
              <a:rPr lang="en-US" strike="noStrike" noProof="1" dirty="0">
                <a:sym typeface="+mn-ea"/>
              </a:rPr>
              <a:t>Fifth level</a:t>
            </a:r>
            <a:endParaRPr lang="en-US" strike="noStrike" noProof="1" dirty="0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fontAlgn="auto"/>
            <a:fld id="{760FBDFE-C587-4B4C-A407-44438C67B59E}" type="datetimeFigureOut">
              <a:rPr lang="en-US" strike="noStrike" noProof="1" smtClean="0">
                <a:latin typeface="+mn-lt"/>
                <a:ea typeface="+mn-ea"/>
                <a:cs typeface="+mn-cs"/>
              </a:rPr>
            </a:fld>
            <a:endParaRPr lang="en-US" strike="noStrike" noProof="1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fontAlgn="auto"/>
            <a:endParaRPr lang="en-US" strike="noStrike" noProof="1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fontAlgn="auto"/>
            <a:fld id="{49AE70B2-8BF9-45C0-BB95-33D1B9D3A854}" type="slidenum">
              <a:rPr lang="en-US" strike="noStrike" noProof="1" smtClean="0"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</a:fld>
            <a:endParaRPr lang="en-US" strike="noStrike" noProof="1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sz="4400"/>
            </a:lvl1pPr>
          </a:lstStyle>
          <a:p>
            <a:pPr fontAlgn="auto"/>
            <a:r>
              <a:rPr lang="en-US" strike="noStrike" noProof="1" dirty="0" smtClean="0">
                <a:sym typeface="+mn-ea"/>
              </a:rPr>
              <a:t>Click to edit Master title style</a:t>
            </a:r>
            <a:endParaRPr lang="en-US" strike="noStrike" noProof="1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auto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 fontAlgn="auto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  <a:p>
            <a:pPr lvl="1" fontAlgn="auto"/>
            <a:r>
              <a:rPr lang="en-US" strike="noStrike" noProof="1" dirty="0"/>
              <a:t>Second level</a:t>
            </a:r>
            <a:endParaRPr lang="en-US" strike="noStrike" noProof="1" dirty="0"/>
          </a:p>
          <a:p>
            <a:pPr lvl="2" fontAlgn="auto"/>
            <a:r>
              <a:rPr lang="en-US" strike="noStrike" noProof="1" dirty="0"/>
              <a:t>Third level</a:t>
            </a:r>
            <a:endParaRPr lang="en-US" strike="noStrike" noProof="1" dirty="0"/>
          </a:p>
          <a:p>
            <a:pPr lvl="3" fontAlgn="auto"/>
            <a:r>
              <a:rPr lang="en-US" strike="noStrike" noProof="1" dirty="0"/>
              <a:t>Fourth level</a:t>
            </a:r>
            <a:endParaRPr lang="en-US" strike="noStrike" noProof="1" dirty="0"/>
          </a:p>
          <a:p>
            <a:pPr lvl="4" fontAlgn="auto"/>
            <a:r>
              <a:rPr lang="en-US" strike="noStrike" noProof="1" dirty="0"/>
              <a:t>Fifth level</a:t>
            </a:r>
            <a:endParaRPr lang="en-US" strike="noStrike" noProof="1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auto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 fontAlgn="auto"/>
            <a:r>
              <a:rPr lang="en-US" strike="noStrike" noProof="1" dirty="0">
                <a:sym typeface="+mn-ea"/>
              </a:rPr>
              <a:t>Click to edit Master text styles</a:t>
            </a:r>
            <a:endParaRPr lang="en-US" strike="noStrike" noProof="1" dirty="0"/>
          </a:p>
          <a:p>
            <a:pPr lvl="1" fontAlgn="auto"/>
            <a:r>
              <a:rPr lang="en-US" strike="noStrike" noProof="1" dirty="0"/>
              <a:t>Second level</a:t>
            </a:r>
            <a:endParaRPr lang="en-US" strike="noStrike" noProof="1" dirty="0"/>
          </a:p>
          <a:p>
            <a:pPr lvl="2" fontAlgn="auto"/>
            <a:r>
              <a:rPr lang="en-US" strike="noStrike" noProof="1" dirty="0"/>
              <a:t>Third level</a:t>
            </a:r>
            <a:endParaRPr lang="en-US" strike="noStrike" noProof="1" dirty="0"/>
          </a:p>
          <a:p>
            <a:pPr lvl="3" fontAlgn="auto"/>
            <a:r>
              <a:rPr lang="en-US" strike="noStrike" noProof="1" dirty="0"/>
              <a:t>Fourth level</a:t>
            </a:r>
            <a:endParaRPr lang="en-US" strike="noStrike" noProof="1" dirty="0"/>
          </a:p>
          <a:p>
            <a:pPr lvl="4" fontAlgn="auto"/>
            <a:r>
              <a:rPr lang="en-US" strike="noStrike" noProof="1" dirty="0"/>
              <a:t>Fifth level</a:t>
            </a:r>
            <a:endParaRPr lang="en-US" strike="noStrike" noProof="1" dirty="0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fontAlgn="auto"/>
            <a:fld id="{760FBDFE-C587-4B4C-A407-44438C67B59E}" type="datetimeFigureOut">
              <a:rPr lang="en-US" strike="noStrike" noProof="1" smtClean="0">
                <a:latin typeface="+mn-lt"/>
                <a:ea typeface="+mn-ea"/>
                <a:cs typeface="+mn-cs"/>
              </a:rPr>
            </a:fld>
            <a:endParaRPr lang="en-US" strike="noStrike" noProof="1" dirty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fontAlgn="auto"/>
            <a:endParaRPr lang="en-US" strike="noStrike" noProof="1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fontAlgn="auto"/>
            <a:fld id="{49AE70B2-8BF9-45C0-BB95-33D1B9D3A854}" type="slidenum">
              <a:rPr lang="en-US" strike="noStrike" noProof="1" smtClean="0"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</a:fld>
            <a:endParaRPr lang="en-US" strike="noStrike" noProof="1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fontAlgn="auto"/>
            <a:r>
              <a:rPr lang="en-US" strike="noStrike" noProof="1" dirty="0"/>
              <a:t>Click to edit Master title style</a:t>
            </a:r>
            <a:endParaRPr lang="en-US" strike="noStrike" noProof="1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fontAlgn="auto"/>
            <a:fld id="{760FBDFE-C587-4B4C-A407-44438C67B59E}" type="datetimeFigureOut">
              <a:rPr lang="en-US" strike="noStrike" noProof="1" smtClean="0">
                <a:latin typeface="+mn-lt"/>
                <a:ea typeface="+mn-ea"/>
                <a:cs typeface="+mn-cs"/>
              </a:rPr>
            </a:fld>
            <a:endParaRPr lang="en-US" strike="noStrike" noProof="1" dirty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fontAlgn="auto"/>
            <a:endParaRPr lang="en-US" strike="noStrike" noProof="1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fontAlgn="auto"/>
            <a:fld id="{49AE70B2-8BF9-45C0-BB95-33D1B9D3A854}" type="slidenum">
              <a:rPr lang="en-US" strike="noStrike" noProof="1" smtClean="0"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</a:fld>
            <a:endParaRPr lang="en-US" strike="noStrike" noProof="1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fontAlgn="auto"/>
            <a:fld id="{760FBDFE-C587-4B4C-A407-44438C67B59E}" type="datetimeFigureOut">
              <a:rPr lang="en-US" strike="noStrike" noProof="1" smtClean="0">
                <a:latin typeface="+mn-lt"/>
                <a:ea typeface="+mn-ea"/>
                <a:cs typeface="+mn-cs"/>
              </a:rPr>
            </a:fld>
            <a:endParaRPr lang="en-US" strike="noStrike" noProof="1" dirty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fontAlgn="auto"/>
            <a:endParaRPr lang="en-US" strike="noStrike" noProof="1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fontAlgn="auto"/>
            <a:fld id="{49AE70B2-8BF9-45C0-BB95-33D1B9D3A854}" type="slidenum">
              <a:rPr lang="en-US" strike="noStrike" noProof="1" smtClean="0"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</a:fld>
            <a:endParaRPr lang="en-US" strike="noStrike" noProof="1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fontAlgn="auto"/>
            <a:r>
              <a:rPr lang="en-US" strike="noStrike" noProof="1" dirty="0"/>
              <a:t>Click to edit Master title style</a:t>
            </a:r>
            <a:endParaRPr lang="en-US" strike="noStrike" noProof="1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fontAlgn="auto"/>
            <a:endParaRPr lang="en-US" strike="noStrike" noProof="1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auto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fontAlgn="auto"/>
            <a:fld id="{760FBDFE-C587-4B4C-A407-44438C67B59E}" type="datetimeFigureOut">
              <a:rPr lang="en-US" strike="noStrike" noProof="1" smtClean="0">
                <a:latin typeface="+mn-lt"/>
                <a:ea typeface="+mn-ea"/>
                <a:cs typeface="+mn-cs"/>
              </a:rPr>
            </a:fld>
            <a:endParaRPr lang="en-US" strike="noStrike" noProof="1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fontAlgn="auto"/>
            <a:endParaRPr lang="en-US" strike="noStrike" noProof="1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fontAlgn="auto"/>
            <a:fld id="{49AE70B2-8BF9-45C0-BB95-33D1B9D3A854}" type="slidenum">
              <a:rPr lang="en-US" strike="noStrike" noProof="1" smtClean="0"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</a:fld>
            <a:endParaRPr lang="en-US" strike="noStrike" noProof="1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pPr fontAlgn="auto"/>
            <a:r>
              <a:rPr lang="en-US" strike="noStrike" noProof="1"/>
              <a:t>Click to edit Master title style</a:t>
            </a:r>
            <a:endParaRPr lang="en-US" strike="noStrike" noProof="1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 fontAlgn="auto"/>
            <a:r>
              <a:rPr lang="en-US" strike="noStrike" noProof="1" dirty="0"/>
              <a:t>Click to edit Master text styles</a:t>
            </a:r>
            <a:endParaRPr lang="en-US" strike="noStrike" noProof="1" dirty="0"/>
          </a:p>
          <a:p>
            <a:pPr lvl="1" fontAlgn="auto"/>
            <a:r>
              <a:rPr lang="en-US" strike="noStrike" noProof="1" dirty="0"/>
              <a:t>Second level</a:t>
            </a:r>
            <a:endParaRPr lang="en-US" strike="noStrike" noProof="1" dirty="0"/>
          </a:p>
          <a:p>
            <a:pPr lvl="2" fontAlgn="auto"/>
            <a:r>
              <a:rPr lang="en-US" strike="noStrike" noProof="1" dirty="0"/>
              <a:t>Third level</a:t>
            </a:r>
            <a:endParaRPr lang="en-US" strike="noStrike" noProof="1" dirty="0"/>
          </a:p>
          <a:p>
            <a:pPr lvl="3" fontAlgn="auto"/>
            <a:r>
              <a:rPr lang="en-US" strike="noStrike" noProof="1" dirty="0"/>
              <a:t>Fourth level</a:t>
            </a:r>
            <a:endParaRPr lang="en-US" strike="noStrike" noProof="1" dirty="0"/>
          </a:p>
          <a:p>
            <a:pPr lvl="4" fontAlgn="auto"/>
            <a:r>
              <a:rPr lang="en-US" strike="noStrike" noProof="1" dirty="0"/>
              <a:t>Fifth level</a:t>
            </a:r>
            <a:endParaRPr lang="en-US" strike="noStrike" noProof="1" dirty="0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fontAlgn="auto"/>
            <a:fld id="{760FBDFE-C587-4B4C-A407-44438C67B59E}" type="datetimeFigureOut">
              <a:rPr lang="en-US" strike="noStrike" noProof="1" smtClean="0">
                <a:latin typeface="+mn-lt"/>
                <a:ea typeface="+mn-ea"/>
                <a:cs typeface="+mn-cs"/>
              </a:rPr>
            </a:fld>
            <a:endParaRPr lang="en-US" strike="noStrike" noProof="1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fontAlgn="auto"/>
            <a:endParaRPr lang="en-US" strike="noStrike" noProof="1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fontAlgn="auto"/>
            <a:fld id="{49AE70B2-8BF9-45C0-BB95-33D1B9D3A854}" type="slidenum">
              <a:rPr lang="en-US" strike="noStrike" noProof="1" smtClean="0"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</a:fld>
            <a:endParaRPr lang="en-US" strike="noStrike" noProof="1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 fontAlgn="auto"/>
            <a:r>
              <a:rPr lang="en-US" strike="noStrike" noProof="1" dirty="0">
                <a:sym typeface="+mn-ea"/>
              </a:rPr>
              <a:t>Click to edit Master text styles</a:t>
            </a:r>
            <a:endParaRPr lang="en-US" strike="noStrike" noProof="1" dirty="0"/>
          </a:p>
          <a:p>
            <a:pPr lvl="1" fontAlgn="auto"/>
            <a:r>
              <a:rPr lang="en-US" strike="noStrike" noProof="1" dirty="0">
                <a:sym typeface="+mn-ea"/>
              </a:rPr>
              <a:t>Second level</a:t>
            </a:r>
            <a:endParaRPr lang="en-US" strike="noStrike" noProof="1" dirty="0"/>
          </a:p>
          <a:p>
            <a:pPr lvl="2" fontAlgn="auto"/>
            <a:r>
              <a:rPr lang="en-US" strike="noStrike" noProof="1" dirty="0">
                <a:sym typeface="+mn-ea"/>
              </a:rPr>
              <a:t>Third level</a:t>
            </a:r>
            <a:endParaRPr lang="en-US" strike="noStrike" noProof="1" dirty="0"/>
          </a:p>
          <a:p>
            <a:pPr lvl="3" fontAlgn="auto"/>
            <a:r>
              <a:rPr lang="en-US" strike="noStrike" noProof="1" dirty="0">
                <a:sym typeface="+mn-ea"/>
              </a:rPr>
              <a:t>Fourth level</a:t>
            </a:r>
            <a:endParaRPr lang="en-US" strike="noStrike" noProof="1" dirty="0"/>
          </a:p>
          <a:p>
            <a:pPr lvl="4" fontAlgn="auto"/>
            <a:r>
              <a:rPr lang="en-US" strike="noStrike" noProof="1" dirty="0">
                <a:sym typeface="+mn-ea"/>
              </a:rPr>
              <a:t>Fifth level</a:t>
            </a:r>
            <a:endParaRPr lang="en-US" strike="noStrike" noProof="1" dirty="0"/>
          </a:p>
        </p:txBody>
      </p:sp>
      <p:sp>
        <p:nvSpPr>
          <p:cNvPr id="2" name="Espaço Reservado para Data 1"/>
          <p:cNvSpPr>
            <a:spLocks noGrp="1"/>
          </p:cNvSpPr>
          <p:nvPr>
            <p:ph type="dt" sz="half" idx="14"/>
          </p:nvPr>
        </p:nvSpPr>
        <p:spPr/>
        <p:txBody>
          <a:bodyPr/>
          <a:p>
            <a:pPr fontAlgn="auto"/>
            <a:fld id="{760FBDFE-C587-4B4C-A407-44438C67B59E}" type="datetimeFigureOut">
              <a:rPr lang="en-US" strike="noStrike" noProof="1" smtClean="0">
                <a:latin typeface="+mn-lt"/>
                <a:ea typeface="+mn-ea"/>
                <a:cs typeface="+mn-cs"/>
              </a:rPr>
            </a:fld>
            <a:endParaRPr lang="en-US" strike="noStrike" noProof="1" dirty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5"/>
          </p:nvPr>
        </p:nvSpPr>
        <p:spPr/>
        <p:txBody>
          <a:bodyPr/>
          <a:p>
            <a:pPr fontAlgn="auto"/>
            <a:endParaRPr lang="en-US" strike="noStrike" noProof="1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6"/>
          </p:nvPr>
        </p:nvSpPr>
        <p:spPr/>
        <p:txBody>
          <a:bodyPr/>
          <a:p>
            <a:pPr fontAlgn="auto"/>
            <a:fld id="{49AE70B2-8BF9-45C0-BB95-33D1B9D3A854}" type="slidenum">
              <a:rPr lang="en-US" strike="noStrike" noProof="1" smtClean="0"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</a:fld>
            <a:endParaRPr lang="en-US" strike="noStrike" noProof="1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6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 w="9525">
            <a:noFill/>
          </a:ln>
        </p:spPr>
        <p:txBody>
          <a:bodyPr vert="horz" lIns="91440" tIns="45720" rIns="91440" bIns="45720" anchor="ctr" anchorCtr="0"/>
          <a:p>
            <a:pPr lvl="0"/>
            <a:r>
              <a:rPr lang="en-US" altLang="pt-BR" dirty="0"/>
              <a:t>Click to edit Master title style</a:t>
            </a:r>
            <a:endParaRPr lang="en-US" altLang="pt-BR" dirty="0"/>
          </a:p>
        </p:txBody>
      </p:sp>
      <p:sp>
        <p:nvSpPr>
          <p:cNvPr id="1027" name="Text Placeholder 2"/>
          <p:cNvSpPr>
            <a:spLocks noGrp="1"/>
          </p:cNvSpPr>
          <p:nvPr>
            <p:ph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9525">
            <a:noFill/>
          </a:ln>
        </p:spPr>
        <p:txBody>
          <a:bodyPr vert="horz" lIns="91440" tIns="45720" rIns="91440" bIns="45720" anchor="t" anchorCtr="0"/>
          <a:p>
            <a:pPr lvl="0"/>
            <a:r>
              <a:rPr lang="en-US" altLang="pt-BR" dirty="0"/>
              <a:t>Click to edit Master text styles</a:t>
            </a:r>
            <a:endParaRPr lang="en-US" altLang="pt-BR" dirty="0"/>
          </a:p>
          <a:p>
            <a:pPr lvl="1"/>
            <a:r>
              <a:rPr lang="en-US" altLang="pt-BR" dirty="0"/>
              <a:t>Second level</a:t>
            </a:r>
            <a:endParaRPr lang="en-US" altLang="pt-BR" dirty="0"/>
          </a:p>
          <a:p>
            <a:pPr lvl="2"/>
            <a:r>
              <a:rPr lang="en-US" altLang="pt-BR" dirty="0"/>
              <a:t>Third level</a:t>
            </a:r>
            <a:endParaRPr lang="en-US" altLang="pt-BR" dirty="0"/>
          </a:p>
          <a:p>
            <a:pPr lvl="3"/>
            <a:r>
              <a:rPr lang="en-US" altLang="pt-BR" dirty="0"/>
              <a:t>Fourth level</a:t>
            </a:r>
            <a:endParaRPr lang="en-US" altLang="pt-BR" dirty="0"/>
          </a:p>
          <a:p>
            <a:pPr lvl="4"/>
            <a:r>
              <a:rPr lang="en-US" altLang="pt-BR" dirty="0"/>
              <a:t>Fifth level</a:t>
            </a:r>
            <a:endParaRPr lang="en-US" altLang="pt-BR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fontAlgn="auto"/>
            <a:fld id="{760FBDFE-C587-4B4C-A407-44438C67B59E}" type="datetimeFigureOut">
              <a:rPr lang="en-US" strike="noStrike" noProof="1" smtClean="0">
                <a:latin typeface="+mn-lt"/>
                <a:ea typeface="+mn-ea"/>
                <a:cs typeface="+mn-cs"/>
              </a:rPr>
            </a:fld>
            <a:endParaRPr lang="en-US" strike="noStrike" noProof="1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fontAlgn="auto"/>
            <a:endParaRPr lang="en-US" strike="noStrike" noProof="1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fontAlgn="auto"/>
            <a:fld id="{49AE70B2-8BF9-45C0-BB95-33D1B9D3A854}" type="slidenum">
              <a:rPr lang="en-US" strike="noStrike" noProof="1" smtClean="0"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rPr>
            </a:fld>
            <a:endParaRPr lang="en-US" strike="noStrike" noProof="1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 Light" panose="020F0302020204030204" pitchFamily="34" charset="0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anose="020B0604020202020204" pitchFamily="34" charset="0"/>
        <a:buNone/>
        <a:defRPr sz="2800" b="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1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200150" y="231775"/>
            <a:ext cx="9144000" cy="2187575"/>
          </a:xfrm>
        </p:spPr>
        <p:txBody>
          <a:bodyPr anchor="b">
            <a:normAutofit fontScale="90000"/>
          </a:bodyPr>
          <a:p>
            <a:pPr marL="0" marR="0" indent="0" algn="ctr" defTabSz="914400" rtl="0" eaLnBrk="1" fontAlgn="auto" latinLnBrk="0" hangingPunct="1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pt-BR" altLang="en-US" sz="6000" b="0" i="0" u="none" strike="noStrike" kern="1200" cap="none" spc="0" normalizeH="0" baseline="0" noProof="1">
                <a:solidFill>
                  <a:schemeClr val="tx1"/>
                </a:solidFill>
                <a:effectLst/>
                <a:latin typeface="Calibri Light" panose="020F0302020204030204" pitchFamily="34" charset="0"/>
                <a:ea typeface="+mj-ea"/>
                <a:cs typeface="+mj-cs"/>
              </a:rPr>
              <a:t>Sistema Web - ONG GERANDO FALCÕES</a:t>
            </a:r>
            <a:endParaRPr kumimoji="0" lang="pt-BR" altLang="en-US" sz="6000" b="0" i="0" u="none" strike="noStrike" kern="1200" cap="none" spc="0" normalizeH="0" baseline="0" noProof="1">
              <a:solidFill>
                <a:schemeClr val="tx1"/>
              </a:solidFill>
              <a:effectLst/>
              <a:latin typeface="Calibri Light" panose="020F0302020204030204" pitchFamily="34" charset="0"/>
              <a:ea typeface="+mj-ea"/>
              <a:cs typeface="+mj-cs"/>
            </a:endParaRPr>
          </a:p>
        </p:txBody>
      </p:sp>
      <p:pic>
        <p:nvPicPr>
          <p:cNvPr id="4098" name="Imagem 3" descr="Logo ONG Gerando Falcõe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29013" y="3116263"/>
            <a:ext cx="5340350" cy="35877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Caixa de Texto 2"/>
          <p:cNvSpPr txBox="1"/>
          <p:nvPr/>
        </p:nvSpPr>
        <p:spPr>
          <a:xfrm>
            <a:off x="0" y="59944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pt-BR" altLang="en-US"/>
              <a:t>Vinícius Cintra Silva - 425105259</a:t>
            </a:r>
            <a:endParaRPr lang="pt-B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121" name="Título 1"/>
          <p:cNvSpPr>
            <a:spLocks noGrp="1"/>
          </p:cNvSpPr>
          <p:nvPr>
            <p:ph type="title"/>
          </p:nvPr>
        </p:nvSpPr>
        <p:spPr>
          <a:xfrm>
            <a:off x="647700" y="258763"/>
            <a:ext cx="10515600" cy="1325562"/>
          </a:xfrm>
        </p:spPr>
        <p:txBody>
          <a:bodyPr vert="horz" lIns="91440" tIns="45720" rIns="91440" bIns="45720" anchor="ctr" anchorCtr="0"/>
          <a:p>
            <a:pPr defTabSz="914400">
              <a:buNone/>
            </a:pPr>
            <a:r>
              <a:rPr lang="pt-BR" altLang="en-US" kern="1200">
                <a:latin typeface="Calibri Light" panose="020F0302020204030204" pitchFamily="34" charset="0"/>
                <a:ea typeface="+mj-ea"/>
                <a:cs typeface="+mj-cs"/>
              </a:rPr>
              <a:t>DESCRIÇÃO</a:t>
            </a:r>
            <a:endParaRPr lang="pt-BR" altLang="en-US" kern="1200">
              <a:latin typeface="Calibri Light" panose="020F0302020204030204" pitchFamily="34" charset="0"/>
              <a:ea typeface="+mj-ea"/>
              <a:cs typeface="+mj-cs"/>
            </a:endParaRPr>
          </a:p>
        </p:txBody>
      </p:sp>
      <p:sp>
        <p:nvSpPr>
          <p:cNvPr id="5122" name="Espaço Reservado para Conteúdo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anchor="t" anchorCtr="0"/>
          <a:p>
            <a:pPr defTabSz="914400">
              <a:lnSpc>
                <a:spcPct val="80000"/>
              </a:lnSpc>
              <a:buSzTx/>
              <a:buFont typeface="Arial" panose="020B0604020202020204" pitchFamily="34" charset="0"/>
              <a:buNone/>
            </a:pPr>
            <a:r>
              <a:rPr lang="pt-BR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Esse sistema web foi desenvolvido para atender a demanda real da ONG Gerando Falcões, sediada em São Paulo. Trata-se de uma página institucional que tem como objetivo apresentar a organização, sua história, projetos desenvolvidos,impactos sociais e formas de colaboração. O site servecomo canal oficial de comunicação com a sociedade, doadores e pessoas que desejam conhecer ou participar das ações da instituição.</a:t>
            </a:r>
            <a:endParaRPr lang="pt-BR" altLang="en-US" kern="1200">
              <a:solidFill>
                <a:srgbClr val="404040"/>
              </a:solidFill>
              <a:latin typeface="Calibri Light" panose="020F0302020204030204" pitchFamily="34" charset="0"/>
              <a:ea typeface="+mn-ea"/>
              <a:cs typeface="+mn-cs"/>
            </a:endParaRPr>
          </a:p>
          <a:p>
            <a:pPr defTabSz="914400">
              <a:lnSpc>
                <a:spcPct val="80000"/>
              </a:lnSpc>
              <a:buSzTx/>
              <a:buFont typeface="Arial" panose="020B0604020202020204" pitchFamily="34" charset="0"/>
              <a:buNone/>
            </a:pPr>
            <a:endParaRPr lang="pt-BR" altLang="en-US" kern="1200">
              <a:solidFill>
                <a:srgbClr val="404040"/>
              </a:solidFill>
              <a:latin typeface="Calibri Light" panose="020F0302020204030204" pitchFamily="34" charset="0"/>
              <a:ea typeface="+mn-ea"/>
              <a:cs typeface="+mn-cs"/>
            </a:endParaRPr>
          </a:p>
          <a:p>
            <a:pPr defTabSz="914400">
              <a:lnSpc>
                <a:spcPct val="80000"/>
              </a:lnSpc>
              <a:buSzTx/>
              <a:buFont typeface="Arial" panose="020B0604020202020204" pitchFamily="34" charset="0"/>
              <a:buNone/>
            </a:pPr>
            <a:r>
              <a:rPr lang="pt-BR" altLang="en-US" b="1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Justificativa:</a:t>
            </a:r>
            <a:r>
              <a:rPr lang="pt-BR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 A presença digital é essencial para ONGs, pois amplia o alcance das causas,facilita doações e divulga o trabalho realizado. Esse sistema resolve anecessidade de ter um espaço organizado, acessível e informativo na internet.</a:t>
            </a:r>
            <a:endParaRPr lang="pt-BR" altLang="en-US" kern="1200">
              <a:solidFill>
                <a:srgbClr val="404040"/>
              </a:solidFill>
              <a:latin typeface="Calibri Light" panose="020F030202020403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145" name="Título 1"/>
          <p:cNvSpPr>
            <a:spLocks noGrp="1"/>
          </p:cNvSpPr>
          <p:nvPr>
            <p:ph type="title"/>
          </p:nvPr>
        </p:nvSpPr>
        <p:spPr>
          <a:xfrm>
            <a:off x="647700" y="258763"/>
            <a:ext cx="10515600" cy="1325562"/>
          </a:xfrm>
        </p:spPr>
        <p:txBody>
          <a:bodyPr vert="horz" lIns="91440" tIns="45720" rIns="91440" bIns="45720" anchor="ctr" anchorCtr="0"/>
          <a:p>
            <a:pPr defTabSz="914400">
              <a:buNone/>
            </a:pPr>
            <a:r>
              <a:rPr lang="pt-BR" altLang="en-US" kern="1200">
                <a:latin typeface="Calibri Light" panose="020F0302020204030204" pitchFamily="34" charset="0"/>
                <a:ea typeface="+mj-ea"/>
                <a:cs typeface="+mj-cs"/>
              </a:rPr>
              <a:t>SOBRE A ONG</a:t>
            </a:r>
            <a:endParaRPr lang="pt-BR" altLang="en-US" kern="1200">
              <a:latin typeface="Calibri Light" panose="020F0302020204030204" pitchFamily="34" charset="0"/>
              <a:ea typeface="+mj-ea"/>
              <a:cs typeface="+mj-cs"/>
            </a:endParaRPr>
          </a:p>
        </p:txBody>
      </p:sp>
      <p:sp>
        <p:nvSpPr>
          <p:cNvPr id="6146" name="Espaço Reservado para Conteúdo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anchor="t" anchorCtr="0"/>
          <a:p>
            <a:pPr defTabSz="914400">
              <a:buSzTx/>
              <a:buFont typeface="Arial" panose="020B0604020202020204" pitchFamily="34" charset="0"/>
              <a:buNone/>
            </a:pPr>
            <a:r>
              <a:rPr lang="pt-BR" altLang="en-US" b="1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O QUE É?</a:t>
            </a:r>
            <a:endParaRPr lang="pt-BR" altLang="en-US" kern="1200">
              <a:solidFill>
                <a:srgbClr val="404040"/>
              </a:solidFill>
              <a:latin typeface="Calibri Light" panose="020F0302020204030204" pitchFamily="34" charset="0"/>
              <a:ea typeface="+mn-ea"/>
              <a:cs typeface="+mn-cs"/>
            </a:endParaRPr>
          </a:p>
          <a:p>
            <a:pPr defTabSz="914400">
              <a:buSzTx/>
              <a:buFont typeface="Arial" panose="020B0604020202020204" pitchFamily="34" charset="0"/>
              <a:buNone/>
            </a:pPr>
            <a:r>
              <a:rPr lang="en-US" altLang="zh-CN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É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 uma organiza</a:t>
            </a:r>
            <a:r>
              <a:rPr lang="en-US" altLang="zh-CN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ç</a:t>
            </a:r>
            <a:r>
              <a:rPr lang="en-US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ã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o sem fins lucrativos que atua desde 2001, fundada por jovens na Favela de Heli</a:t>
            </a:r>
            <a:r>
              <a:rPr lang="en-US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ó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polis, zona sul de S</a:t>
            </a:r>
            <a:r>
              <a:rPr lang="en-US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ã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o Paulo. Come</a:t>
            </a:r>
            <a:r>
              <a:rPr lang="en-US" altLang="zh-CN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ç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ou com atividades de esporte e cultura e hoje </a:t>
            </a:r>
            <a:r>
              <a:rPr lang="en-US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é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 um dos maiores movimentos sociais do Brasil, presente em todos os estados.</a:t>
            </a:r>
            <a:endParaRPr lang="en-US" altLang="pt-BR" kern="1200">
              <a:solidFill>
                <a:srgbClr val="404040"/>
              </a:solidFill>
              <a:latin typeface="Calibri Light" panose="020F030202020403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169" name="Título 1"/>
          <p:cNvSpPr>
            <a:spLocks noGrp="1"/>
          </p:cNvSpPr>
          <p:nvPr>
            <p:ph type="title"/>
          </p:nvPr>
        </p:nvSpPr>
        <p:spPr>
          <a:xfrm>
            <a:off x="647700" y="258763"/>
            <a:ext cx="10515600" cy="1325562"/>
          </a:xfrm>
        </p:spPr>
        <p:txBody>
          <a:bodyPr vert="horz" lIns="91440" tIns="45720" rIns="91440" bIns="45720" anchor="ctr" anchorCtr="0"/>
          <a:p>
            <a:pPr defTabSz="914400">
              <a:buNone/>
            </a:pPr>
            <a:r>
              <a:rPr lang="pt-BR" altLang="en-US" kern="1200">
                <a:latin typeface="Calibri Light" panose="020F0302020204030204" pitchFamily="34" charset="0"/>
                <a:ea typeface="+mj-ea"/>
                <a:cs typeface="+mj-cs"/>
              </a:rPr>
              <a:t>MISSÃO</a:t>
            </a:r>
            <a:endParaRPr lang="pt-BR" altLang="en-US" kern="1200">
              <a:latin typeface="Calibri Light" panose="020F0302020204030204" pitchFamily="34" charset="0"/>
              <a:ea typeface="+mj-ea"/>
              <a:cs typeface="+mj-cs"/>
            </a:endParaRPr>
          </a:p>
        </p:txBody>
      </p:sp>
      <p:sp>
        <p:nvSpPr>
          <p:cNvPr id="7170" name="Espaço Reservado para Conteúdo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anchor="t" anchorCtr="0"/>
          <a:p>
            <a:pPr defTabSz="914400">
              <a:buSzTx/>
              <a:buFont typeface="Arial" panose="020B0604020202020204" pitchFamily="34" charset="0"/>
              <a:buNone/>
            </a:pP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Transformar vidas e desenvolver territ</a:t>
            </a:r>
            <a:r>
              <a:rPr lang="en-US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ó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rios, combatendo a pobreza e garantindo oportunidades iguais para todas as pessoas, independentemente de onde nascem.</a:t>
            </a:r>
            <a:endParaRPr lang="en-US" altLang="pt-BR" kern="1200">
              <a:solidFill>
                <a:srgbClr val="404040"/>
              </a:solidFill>
              <a:latin typeface="Calibri Light" panose="020F0302020204030204" pitchFamily="34" charset="0"/>
              <a:ea typeface="+mn-ea"/>
              <a:cs typeface="+mn-cs"/>
            </a:endParaRPr>
          </a:p>
        </p:txBody>
      </p:sp>
      <p:pic>
        <p:nvPicPr>
          <p:cNvPr id="7171" name="Imagem 3" descr="WhatsApp Image 2026-05-25 at 19.45.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8350" y="3582988"/>
            <a:ext cx="4449763" cy="3040062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7172" name="Imagem 5" descr="WhatsApp Image 2026-05-25 at 19.45.19 (1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938" y="3582988"/>
            <a:ext cx="4006850" cy="272732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193" name="Título 1"/>
          <p:cNvSpPr>
            <a:spLocks noGrp="1"/>
          </p:cNvSpPr>
          <p:nvPr>
            <p:ph type="title"/>
          </p:nvPr>
        </p:nvSpPr>
        <p:spPr>
          <a:xfrm>
            <a:off x="647700" y="258763"/>
            <a:ext cx="10515600" cy="1325562"/>
          </a:xfrm>
        </p:spPr>
        <p:txBody>
          <a:bodyPr vert="horz" lIns="91440" tIns="45720" rIns="91440" bIns="45720" anchor="ctr" anchorCtr="0"/>
          <a:p>
            <a:pPr defTabSz="914400">
              <a:buNone/>
            </a:pPr>
            <a:r>
              <a:rPr lang="pt-BR" altLang="en-US" kern="1200">
                <a:latin typeface="Calibri Light" panose="020F0302020204030204" pitchFamily="34" charset="0"/>
                <a:ea typeface="+mj-ea"/>
                <a:cs typeface="+mj-cs"/>
              </a:rPr>
              <a:t>VISÃO</a:t>
            </a:r>
            <a:endParaRPr lang="pt-BR" altLang="en-US" kern="1200">
              <a:latin typeface="Calibri Light" panose="020F0302020204030204" pitchFamily="34" charset="0"/>
              <a:ea typeface="+mj-ea"/>
              <a:cs typeface="+mj-cs"/>
            </a:endParaRPr>
          </a:p>
        </p:txBody>
      </p:sp>
      <p:sp>
        <p:nvSpPr>
          <p:cNvPr id="8194" name="Espaço Reservado para Conteúdo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anchor="t" anchorCtr="0"/>
          <a:p>
            <a:pPr defTabSz="914400">
              <a:buSzTx/>
              <a:buFont typeface="Arial" panose="020B0604020202020204" pitchFamily="34" charset="0"/>
              <a:buNone/>
            </a:pP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Um Brasil sem favelas, onde todos t</a:t>
            </a:r>
            <a:r>
              <a:rPr lang="en-US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ê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m acesso a educa</a:t>
            </a:r>
            <a:r>
              <a:rPr lang="en-US" altLang="zh-CN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ç</a:t>
            </a:r>
            <a:r>
              <a:rPr lang="en-US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ã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o de qualidade, trabalho digno, moradia e cidadania</a:t>
            </a:r>
            <a:r>
              <a:rPr lang="pt-BR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.</a:t>
            </a:r>
            <a:endParaRPr lang="pt-BR" altLang="en-US" kern="1200">
              <a:solidFill>
                <a:srgbClr val="404040"/>
              </a:solidFill>
              <a:latin typeface="Calibri Light" panose="020F0302020204030204" pitchFamily="34" charset="0"/>
              <a:ea typeface="+mn-ea"/>
              <a:cs typeface="+mn-cs"/>
            </a:endParaRPr>
          </a:p>
          <a:p>
            <a:pPr defTabSz="914400">
              <a:buSzTx/>
              <a:buFont typeface="Arial" panose="020B0604020202020204" pitchFamily="34" charset="0"/>
              <a:buNone/>
            </a:pPr>
            <a:endParaRPr lang="pt-BR" altLang="en-US" kern="1200">
              <a:solidFill>
                <a:srgbClr val="404040"/>
              </a:solidFill>
              <a:latin typeface="Calibri Light" panose="020F0302020204030204" pitchFamily="34" charset="0"/>
              <a:ea typeface="+mn-ea"/>
              <a:cs typeface="+mn-cs"/>
            </a:endParaRPr>
          </a:p>
          <a:p>
            <a:pPr defTabSz="914400">
              <a:buSzTx/>
              <a:buFont typeface="Arial" panose="020B0604020202020204" pitchFamily="34" charset="0"/>
              <a:buNone/>
            </a:pPr>
            <a:endParaRPr lang="pt-BR" altLang="en-US" kern="1200">
              <a:solidFill>
                <a:srgbClr val="404040"/>
              </a:solidFill>
              <a:latin typeface="Calibri Light" panose="020F0302020204030204" pitchFamily="34" charset="0"/>
              <a:ea typeface="+mn-ea"/>
              <a:cs typeface="+mn-cs"/>
            </a:endParaRPr>
          </a:p>
          <a:p>
            <a:pPr defTabSz="914400">
              <a:buSzTx/>
              <a:buFont typeface="Arial" panose="020B0604020202020204" pitchFamily="34" charset="0"/>
              <a:buNone/>
            </a:pPr>
            <a:r>
              <a:rPr lang="pt-BR" altLang="en-US" sz="4400" b="1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VALORES</a:t>
            </a:r>
            <a:endParaRPr lang="pt-BR" altLang="en-US" sz="4400" b="1" kern="1200">
              <a:solidFill>
                <a:srgbClr val="404040"/>
              </a:solidFill>
              <a:latin typeface="Calibri Light" panose="020F0302020204030204" pitchFamily="34" charset="0"/>
              <a:ea typeface="+mn-ea"/>
              <a:cs typeface="+mn-cs"/>
            </a:endParaRPr>
          </a:p>
          <a:p>
            <a:pPr defTabSz="914400">
              <a:buSzTx/>
              <a:buFont typeface="Arial" panose="020B0604020202020204" pitchFamily="34" charset="0"/>
              <a:buNone/>
            </a:pP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Protagonismo, solidariedade, coragem, inova</a:t>
            </a:r>
            <a:r>
              <a:rPr lang="en-US" altLang="zh-CN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ç</a:t>
            </a:r>
            <a:r>
              <a:rPr lang="en-US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ã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o, respeito e transpar</a:t>
            </a:r>
            <a:r>
              <a:rPr lang="en-US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ê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ncia.</a:t>
            </a:r>
            <a:endParaRPr lang="en-US" altLang="pt-BR" kern="1200">
              <a:solidFill>
                <a:srgbClr val="404040"/>
              </a:solidFill>
              <a:latin typeface="Calibri Light" panose="020F030202020403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217" name="Título 1"/>
          <p:cNvSpPr>
            <a:spLocks noGrp="1"/>
          </p:cNvSpPr>
          <p:nvPr>
            <p:ph type="title"/>
          </p:nvPr>
        </p:nvSpPr>
        <p:spPr>
          <a:xfrm>
            <a:off x="647700" y="258763"/>
            <a:ext cx="10515600" cy="1325562"/>
          </a:xfrm>
        </p:spPr>
        <p:txBody>
          <a:bodyPr vert="horz" lIns="91440" tIns="45720" rIns="91440" bIns="45720" anchor="ctr" anchorCtr="0"/>
          <a:p>
            <a:pPr defTabSz="914400">
              <a:buNone/>
            </a:pPr>
            <a:r>
              <a:rPr lang="pt-BR" altLang="en-US" sz="3600" kern="1200">
                <a:latin typeface="Calibri Light" panose="020F0302020204030204" pitchFamily="34" charset="0"/>
                <a:ea typeface="+mj-ea"/>
                <a:cs typeface="+mj-cs"/>
              </a:rPr>
              <a:t>PRINCIPAIS ÁREAS DE ATUAÇÃO</a:t>
            </a:r>
            <a:endParaRPr lang="pt-BR" altLang="en-US" sz="3600" kern="1200">
              <a:latin typeface="Calibri Light" panose="020F0302020204030204" pitchFamily="34" charset="0"/>
              <a:ea typeface="+mj-ea"/>
              <a:cs typeface="+mj-cs"/>
            </a:endParaRPr>
          </a:p>
        </p:txBody>
      </p:sp>
      <p:sp>
        <p:nvSpPr>
          <p:cNvPr id="9218" name="Caixa de Texto 3"/>
          <p:cNvSpPr txBox="1"/>
          <p:nvPr/>
        </p:nvSpPr>
        <p:spPr>
          <a:xfrm>
            <a:off x="647700" y="1420813"/>
            <a:ext cx="5448300" cy="5216525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/>
          <a:p>
            <a:r>
              <a:rPr lang="en-US" altLang="pt-BR" sz="1600">
                <a:latin typeface="Calibri" panose="020F0502020204030204" charset="0"/>
                <a:ea typeface="+mn-ea"/>
              </a:rPr>
              <a:t>1</a:t>
            </a:r>
            <a:r>
              <a:rPr lang="en-US" altLang="zh-CN" sz="1600">
                <a:latin typeface="Calibri" panose="020F0502020204030204" charset="0"/>
                <a:ea typeface="+mn-ea"/>
              </a:rPr>
              <a:t>️</a:t>
            </a:r>
            <a:r>
              <a:rPr lang="en-US" altLang="en-US" sz="1600">
                <a:latin typeface="Calibri" panose="020F0502020204030204" charset="0"/>
                <a:ea typeface="+mn-ea"/>
              </a:rPr>
              <a:t>⃣</a:t>
            </a:r>
            <a:r>
              <a:rPr lang="en-US" altLang="pt-BR" sz="1600">
                <a:latin typeface="Calibri" panose="020F0502020204030204" charset="0"/>
                <a:ea typeface="+mn-ea"/>
              </a:rPr>
              <a:t> EDUCA</a:t>
            </a:r>
            <a:r>
              <a:rPr lang="en-US" altLang="zh-CN" sz="1600">
                <a:latin typeface="Calibri" panose="020F0502020204030204" charset="0"/>
                <a:ea typeface="+mn-ea"/>
              </a:rPr>
              <a:t>ÇÃ</a:t>
            </a:r>
            <a:r>
              <a:rPr lang="en-US" altLang="pt-BR" sz="1600">
                <a:latin typeface="Calibri" panose="020F0502020204030204" charset="0"/>
                <a:ea typeface="+mn-ea"/>
              </a:rPr>
              <a:t>O </a:t>
            </a:r>
            <a:r>
              <a:rPr lang="zh-CN" altLang="en-US" sz="1600">
                <a:latin typeface="Calibri" panose="020F0502020204030204" charset="0"/>
                <a:ea typeface="+mn-ea"/>
              </a:rPr>
              <a:t>📚</a:t>
            </a:r>
            <a:endParaRPr lang="zh-CN" altLang="en-US" sz="1600">
              <a:latin typeface="Calibri" panose="020F0502020204030204" charset="0"/>
              <a:ea typeface="+mn-ea"/>
            </a:endParaRPr>
          </a:p>
          <a:p>
            <a:r>
              <a:rPr lang="en-US" altLang="pt-BR" sz="1600">
                <a:latin typeface="Calibri" panose="020F0502020204030204" charset="0"/>
                <a:ea typeface="+mn-ea"/>
              </a:rPr>
              <a:t>- Escolas de desenvolvimento e refor</a:t>
            </a:r>
            <a:r>
              <a:rPr lang="en-US" altLang="zh-CN" sz="1600">
                <a:latin typeface="Calibri" panose="020F0502020204030204" charset="0"/>
                <a:ea typeface="+mn-ea"/>
              </a:rPr>
              <a:t>ç</a:t>
            </a:r>
            <a:r>
              <a:rPr lang="en-US" altLang="pt-BR" sz="1600">
                <a:latin typeface="Calibri" panose="020F0502020204030204" charset="0"/>
                <a:ea typeface="+mn-ea"/>
              </a:rPr>
              <a:t>o escolar</a:t>
            </a:r>
            <a:endParaRPr lang="en-US" altLang="pt-BR" sz="1600">
              <a:latin typeface="Calibri" panose="020F0502020204030204" charset="0"/>
              <a:ea typeface="+mn-ea"/>
            </a:endParaRPr>
          </a:p>
          <a:p>
            <a:r>
              <a:rPr lang="en-US" altLang="pt-BR" sz="1600">
                <a:latin typeface="Calibri" panose="020F0502020204030204" charset="0"/>
                <a:ea typeface="+mn-ea"/>
              </a:rPr>
              <a:t>- Cursos profissionalizantes</a:t>
            </a:r>
            <a:endParaRPr lang="en-US" altLang="pt-BR" sz="1600">
              <a:latin typeface="Calibri" panose="020F0502020204030204" charset="0"/>
              <a:ea typeface="+mn-ea"/>
            </a:endParaRPr>
          </a:p>
          <a:p>
            <a:r>
              <a:rPr lang="en-US" altLang="pt-BR" sz="1600">
                <a:latin typeface="Calibri" panose="020F0502020204030204" charset="0"/>
                <a:ea typeface="+mn-ea"/>
              </a:rPr>
              <a:t>- Falcons University: forma</a:t>
            </a:r>
            <a:r>
              <a:rPr lang="en-US" altLang="zh-CN" sz="1600">
                <a:latin typeface="Calibri" panose="020F0502020204030204" charset="0"/>
                <a:ea typeface="+mn-ea"/>
              </a:rPr>
              <a:t>ç</a:t>
            </a:r>
            <a:r>
              <a:rPr lang="en-US" altLang="en-US" sz="1600">
                <a:latin typeface="Calibri" panose="020F0502020204030204" charset="0"/>
                <a:ea typeface="+mn-ea"/>
              </a:rPr>
              <a:t>ã</a:t>
            </a:r>
            <a:r>
              <a:rPr lang="en-US" altLang="pt-BR" sz="1600">
                <a:latin typeface="Calibri" panose="020F0502020204030204" charset="0"/>
                <a:ea typeface="+mn-ea"/>
              </a:rPr>
              <a:t>o de l</a:t>
            </a:r>
            <a:r>
              <a:rPr lang="en-US" altLang="en-US" sz="1600">
                <a:latin typeface="Calibri" panose="020F0502020204030204" charset="0"/>
                <a:ea typeface="+mn-ea"/>
              </a:rPr>
              <a:t>í</a:t>
            </a:r>
            <a:r>
              <a:rPr lang="en-US" altLang="pt-BR" sz="1600">
                <a:latin typeface="Calibri" panose="020F0502020204030204" charset="0"/>
                <a:ea typeface="+mn-ea"/>
              </a:rPr>
              <a:t>deres comunit</a:t>
            </a:r>
            <a:r>
              <a:rPr lang="en-US" altLang="en-US" sz="1600">
                <a:latin typeface="Calibri" panose="020F0502020204030204" charset="0"/>
                <a:ea typeface="+mn-ea"/>
              </a:rPr>
              <a:t>á</a:t>
            </a:r>
            <a:r>
              <a:rPr lang="en-US" altLang="pt-BR" sz="1600">
                <a:latin typeface="Calibri" panose="020F0502020204030204" charset="0"/>
                <a:ea typeface="+mn-ea"/>
              </a:rPr>
              <a:t>rios</a:t>
            </a:r>
            <a:endParaRPr lang="en-US" altLang="pt-BR" sz="1600">
              <a:latin typeface="Calibri" panose="020F0502020204030204" charset="0"/>
              <a:ea typeface="+mn-ea"/>
            </a:endParaRPr>
          </a:p>
          <a:p>
            <a:endParaRPr lang="en-US" altLang="pt-BR" sz="1600">
              <a:latin typeface="Calibri" panose="020F0502020204030204" charset="0"/>
              <a:ea typeface="+mn-ea"/>
            </a:endParaRPr>
          </a:p>
          <a:p>
            <a:r>
              <a:rPr lang="en-US" altLang="pt-BR" sz="1600">
                <a:latin typeface="Calibri" panose="020F0502020204030204" charset="0"/>
                <a:ea typeface="+mn-ea"/>
              </a:rPr>
              <a:t>2</a:t>
            </a:r>
            <a:r>
              <a:rPr lang="en-US" altLang="zh-CN" sz="1600">
                <a:latin typeface="Calibri" panose="020F0502020204030204" charset="0"/>
                <a:ea typeface="+mn-ea"/>
              </a:rPr>
              <a:t>️</a:t>
            </a:r>
            <a:r>
              <a:rPr lang="en-US" altLang="en-US" sz="1600">
                <a:latin typeface="Calibri" panose="020F0502020204030204" charset="0"/>
                <a:ea typeface="+mn-ea"/>
              </a:rPr>
              <a:t>⃣</a:t>
            </a:r>
            <a:r>
              <a:rPr lang="en-US" altLang="pt-BR" sz="1600">
                <a:latin typeface="Calibri" panose="020F0502020204030204" charset="0"/>
                <a:ea typeface="+mn-ea"/>
              </a:rPr>
              <a:t> GERA</a:t>
            </a:r>
            <a:r>
              <a:rPr lang="en-US" altLang="zh-CN" sz="1600">
                <a:latin typeface="Calibri" panose="020F0502020204030204" charset="0"/>
                <a:ea typeface="+mn-ea"/>
              </a:rPr>
              <a:t>ÇÃ</a:t>
            </a:r>
            <a:r>
              <a:rPr lang="en-US" altLang="pt-BR" sz="1600">
                <a:latin typeface="Calibri" panose="020F0502020204030204" charset="0"/>
                <a:ea typeface="+mn-ea"/>
              </a:rPr>
              <a:t>O DE RENDA </a:t>
            </a:r>
            <a:r>
              <a:rPr lang="zh-CN" altLang="en-US" sz="1600">
                <a:latin typeface="Calibri" panose="020F0502020204030204" charset="0"/>
                <a:ea typeface="+mn-ea"/>
              </a:rPr>
              <a:t>💼</a:t>
            </a:r>
            <a:endParaRPr lang="zh-CN" altLang="en-US" sz="1600">
              <a:latin typeface="Calibri" panose="020F0502020204030204" charset="0"/>
              <a:ea typeface="+mn-ea"/>
            </a:endParaRPr>
          </a:p>
          <a:p>
            <a:r>
              <a:rPr lang="en-US" altLang="pt-BR" sz="1600">
                <a:latin typeface="Calibri" panose="020F0502020204030204" charset="0"/>
                <a:ea typeface="+mn-ea"/>
              </a:rPr>
              <a:t>- Capacita</a:t>
            </a:r>
            <a:r>
              <a:rPr lang="en-US" altLang="zh-CN" sz="1600">
                <a:latin typeface="Calibri" panose="020F0502020204030204" charset="0"/>
                <a:ea typeface="+mn-ea"/>
              </a:rPr>
              <a:t>çõ</a:t>
            </a:r>
            <a:r>
              <a:rPr lang="en-US" altLang="pt-BR" sz="1600">
                <a:latin typeface="Calibri" panose="020F0502020204030204" charset="0"/>
                <a:ea typeface="+mn-ea"/>
              </a:rPr>
              <a:t>es e oficinas</a:t>
            </a:r>
            <a:endParaRPr lang="en-US" altLang="pt-BR" sz="1600">
              <a:latin typeface="Calibri" panose="020F0502020204030204" charset="0"/>
              <a:ea typeface="+mn-ea"/>
            </a:endParaRPr>
          </a:p>
          <a:p>
            <a:r>
              <a:rPr lang="en-US" altLang="pt-BR" sz="1600">
                <a:latin typeface="Calibri" panose="020F0502020204030204" charset="0"/>
                <a:ea typeface="+mn-ea"/>
              </a:rPr>
              <a:t>- Apoio a pequenos neg</a:t>
            </a:r>
            <a:r>
              <a:rPr lang="en-US" altLang="en-US" sz="1600">
                <a:latin typeface="Calibri" panose="020F0502020204030204" charset="0"/>
                <a:ea typeface="+mn-ea"/>
              </a:rPr>
              <a:t>ó</a:t>
            </a:r>
            <a:r>
              <a:rPr lang="en-US" altLang="pt-BR" sz="1600">
                <a:latin typeface="Calibri" panose="020F0502020204030204" charset="0"/>
                <a:ea typeface="+mn-ea"/>
              </a:rPr>
              <a:t>cios locais</a:t>
            </a:r>
            <a:endParaRPr lang="en-US" altLang="pt-BR" sz="1600">
              <a:latin typeface="Calibri" panose="020F0502020204030204" charset="0"/>
              <a:ea typeface="+mn-ea"/>
            </a:endParaRPr>
          </a:p>
          <a:p>
            <a:r>
              <a:rPr lang="en-US" altLang="pt-BR" sz="1600">
                <a:latin typeface="Calibri" panose="020F0502020204030204" charset="0"/>
                <a:ea typeface="+mn-ea"/>
              </a:rPr>
              <a:t>- Gera</a:t>
            </a:r>
            <a:r>
              <a:rPr lang="en-US" altLang="zh-CN" sz="1600">
                <a:latin typeface="Calibri" panose="020F0502020204030204" charset="0"/>
                <a:ea typeface="+mn-ea"/>
              </a:rPr>
              <a:t>ç</a:t>
            </a:r>
            <a:r>
              <a:rPr lang="en-US" altLang="en-US" sz="1600">
                <a:latin typeface="Calibri" panose="020F0502020204030204" charset="0"/>
                <a:ea typeface="+mn-ea"/>
              </a:rPr>
              <a:t>ã</a:t>
            </a:r>
            <a:r>
              <a:rPr lang="en-US" altLang="pt-BR" sz="1600">
                <a:latin typeface="Calibri" panose="020F0502020204030204" charset="0"/>
                <a:ea typeface="+mn-ea"/>
              </a:rPr>
              <a:t>o de trabalho dentro da pr</a:t>
            </a:r>
            <a:r>
              <a:rPr lang="en-US" altLang="en-US" sz="1600">
                <a:latin typeface="Calibri" panose="020F0502020204030204" charset="0"/>
                <a:ea typeface="+mn-ea"/>
              </a:rPr>
              <a:t>ó</a:t>
            </a:r>
            <a:r>
              <a:rPr lang="en-US" altLang="pt-BR" sz="1600">
                <a:latin typeface="Calibri" panose="020F0502020204030204" charset="0"/>
                <a:ea typeface="+mn-ea"/>
              </a:rPr>
              <a:t>pria comunidade</a:t>
            </a:r>
            <a:endParaRPr lang="en-US" altLang="pt-BR" sz="1600">
              <a:latin typeface="Calibri" panose="020F0502020204030204" charset="0"/>
              <a:ea typeface="+mn-ea"/>
            </a:endParaRPr>
          </a:p>
          <a:p>
            <a:endParaRPr lang="en-US" altLang="pt-BR" sz="1600">
              <a:latin typeface="Calibri" panose="020F0502020204030204" charset="0"/>
              <a:ea typeface="+mn-ea"/>
            </a:endParaRPr>
          </a:p>
          <a:p>
            <a:r>
              <a:rPr lang="en-US" altLang="pt-BR" sz="1600">
                <a:latin typeface="Calibri" panose="020F0502020204030204" charset="0"/>
                <a:ea typeface="+mn-ea"/>
              </a:rPr>
              <a:t>3</a:t>
            </a:r>
            <a:r>
              <a:rPr lang="en-US" altLang="zh-CN" sz="1600">
                <a:latin typeface="Calibri" panose="020F0502020204030204" charset="0"/>
                <a:ea typeface="+mn-ea"/>
              </a:rPr>
              <a:t>️</a:t>
            </a:r>
            <a:r>
              <a:rPr lang="en-US" altLang="en-US" sz="1600">
                <a:latin typeface="Calibri" panose="020F0502020204030204" charset="0"/>
                <a:ea typeface="+mn-ea"/>
              </a:rPr>
              <a:t>⃣</a:t>
            </a:r>
            <a:r>
              <a:rPr lang="en-US" altLang="pt-BR" sz="1600">
                <a:latin typeface="Calibri" panose="020F0502020204030204" charset="0"/>
                <a:ea typeface="+mn-ea"/>
              </a:rPr>
              <a:t> HABITA</a:t>
            </a:r>
            <a:r>
              <a:rPr lang="en-US" altLang="zh-CN" sz="1600">
                <a:latin typeface="Calibri" panose="020F0502020204030204" charset="0"/>
                <a:ea typeface="+mn-ea"/>
              </a:rPr>
              <a:t>ÇÃ</a:t>
            </a:r>
            <a:r>
              <a:rPr lang="en-US" altLang="pt-BR" sz="1600">
                <a:latin typeface="Calibri" panose="020F0502020204030204" charset="0"/>
                <a:ea typeface="+mn-ea"/>
              </a:rPr>
              <a:t>O </a:t>
            </a:r>
            <a:r>
              <a:rPr lang="zh-CN" altLang="en-US" sz="1600">
                <a:latin typeface="Calibri" panose="020F0502020204030204" charset="0"/>
                <a:ea typeface="+mn-ea"/>
              </a:rPr>
              <a:t>🏠</a:t>
            </a:r>
            <a:endParaRPr lang="zh-CN" altLang="en-US" sz="1600">
              <a:latin typeface="Calibri" panose="020F0502020204030204" charset="0"/>
              <a:ea typeface="+mn-ea"/>
            </a:endParaRPr>
          </a:p>
          <a:p>
            <a:r>
              <a:rPr lang="en-US" altLang="pt-BR" sz="1600">
                <a:latin typeface="Calibri" panose="020F0502020204030204" charset="0"/>
                <a:ea typeface="+mn-ea"/>
              </a:rPr>
              <a:t>- Melhorias e constru</a:t>
            </a:r>
            <a:r>
              <a:rPr lang="en-US" altLang="zh-CN" sz="1600">
                <a:latin typeface="Calibri" panose="020F0502020204030204" charset="0"/>
                <a:ea typeface="+mn-ea"/>
              </a:rPr>
              <a:t>ç</a:t>
            </a:r>
            <a:r>
              <a:rPr lang="en-US" altLang="en-US" sz="1600">
                <a:latin typeface="Calibri" panose="020F0502020204030204" charset="0"/>
                <a:ea typeface="+mn-ea"/>
              </a:rPr>
              <a:t>ã</a:t>
            </a:r>
            <a:r>
              <a:rPr lang="en-US" altLang="pt-BR" sz="1600">
                <a:latin typeface="Calibri" panose="020F0502020204030204" charset="0"/>
                <a:ea typeface="+mn-ea"/>
              </a:rPr>
              <a:t>o de moradias dignas</a:t>
            </a:r>
            <a:endParaRPr lang="en-US" altLang="pt-BR" sz="1600">
              <a:latin typeface="Calibri" panose="020F0502020204030204" charset="0"/>
              <a:ea typeface="+mn-ea"/>
            </a:endParaRPr>
          </a:p>
          <a:p>
            <a:r>
              <a:rPr lang="en-US" altLang="pt-BR" sz="1600">
                <a:latin typeface="Calibri" panose="020F0502020204030204" charset="0"/>
                <a:ea typeface="+mn-ea"/>
              </a:rPr>
              <a:t>- Urbaniza</a:t>
            </a:r>
            <a:r>
              <a:rPr lang="en-US" altLang="zh-CN" sz="1600">
                <a:latin typeface="Calibri" panose="020F0502020204030204" charset="0"/>
                <a:ea typeface="+mn-ea"/>
              </a:rPr>
              <a:t>ç</a:t>
            </a:r>
            <a:r>
              <a:rPr lang="en-US" altLang="en-US" sz="1600">
                <a:latin typeface="Calibri" panose="020F0502020204030204" charset="0"/>
                <a:ea typeface="+mn-ea"/>
              </a:rPr>
              <a:t>ã</a:t>
            </a:r>
            <a:r>
              <a:rPr lang="en-US" altLang="pt-BR" sz="1600">
                <a:latin typeface="Calibri" panose="020F0502020204030204" charset="0"/>
                <a:ea typeface="+mn-ea"/>
              </a:rPr>
              <a:t>o de favelas</a:t>
            </a:r>
            <a:endParaRPr lang="en-US" altLang="pt-BR" sz="1600">
              <a:latin typeface="Calibri" panose="020F0502020204030204" charset="0"/>
              <a:ea typeface="+mn-ea"/>
            </a:endParaRPr>
          </a:p>
          <a:p>
            <a:r>
              <a:rPr lang="en-US" altLang="pt-BR" sz="1600">
                <a:latin typeface="Calibri" panose="020F0502020204030204" charset="0"/>
                <a:ea typeface="+mn-ea"/>
              </a:rPr>
              <a:t>- Mais de 150 mil unidades entregues</a:t>
            </a:r>
            <a:endParaRPr lang="en-US" altLang="pt-BR" sz="1600">
              <a:latin typeface="Calibri" panose="020F0502020204030204" charset="0"/>
              <a:ea typeface="+mn-ea"/>
            </a:endParaRPr>
          </a:p>
          <a:p>
            <a:endParaRPr lang="en-US" altLang="pt-BR" sz="1600">
              <a:latin typeface="Calibri" panose="020F0502020204030204" charset="0"/>
              <a:ea typeface="+mn-ea"/>
            </a:endParaRPr>
          </a:p>
          <a:p>
            <a:r>
              <a:rPr lang="en-US" altLang="pt-BR" sz="1600">
                <a:latin typeface="Calibri" panose="020F0502020204030204" charset="0"/>
                <a:ea typeface="+mn-ea"/>
              </a:rPr>
              <a:t>4</a:t>
            </a:r>
            <a:r>
              <a:rPr lang="en-US" altLang="zh-CN" sz="1600">
                <a:latin typeface="Calibri" panose="020F0502020204030204" charset="0"/>
                <a:ea typeface="+mn-ea"/>
              </a:rPr>
              <a:t>️</a:t>
            </a:r>
            <a:r>
              <a:rPr lang="en-US" altLang="en-US" sz="1600">
                <a:latin typeface="Calibri" panose="020F0502020204030204" charset="0"/>
                <a:ea typeface="+mn-ea"/>
              </a:rPr>
              <a:t>⃣</a:t>
            </a:r>
            <a:r>
              <a:rPr lang="en-US" altLang="pt-BR" sz="1600">
                <a:latin typeface="Calibri" panose="020F0502020204030204" charset="0"/>
                <a:ea typeface="+mn-ea"/>
              </a:rPr>
              <a:t> CIDADANIA E CULTURA </a:t>
            </a:r>
            <a:r>
              <a:rPr lang="zh-CN" altLang="en-US" sz="1600">
                <a:latin typeface="Calibri" panose="020F0502020204030204" charset="0"/>
                <a:ea typeface="+mn-ea"/>
              </a:rPr>
              <a:t>⚽🎨</a:t>
            </a:r>
            <a:endParaRPr lang="zh-CN" altLang="en-US" sz="1600">
              <a:latin typeface="Calibri" panose="020F0502020204030204" charset="0"/>
              <a:ea typeface="+mn-ea"/>
            </a:endParaRPr>
          </a:p>
          <a:p>
            <a:r>
              <a:rPr lang="en-US" altLang="pt-BR" sz="1600">
                <a:latin typeface="Calibri" panose="020F0502020204030204" charset="0"/>
                <a:ea typeface="+mn-ea"/>
              </a:rPr>
              <a:t>- Esporte, arte, m</a:t>
            </a:r>
            <a:r>
              <a:rPr lang="en-US" altLang="en-US" sz="1600">
                <a:latin typeface="Calibri" panose="020F0502020204030204" charset="0"/>
                <a:ea typeface="+mn-ea"/>
              </a:rPr>
              <a:t>ú</a:t>
            </a:r>
            <a:r>
              <a:rPr lang="en-US" altLang="pt-BR" sz="1600">
                <a:latin typeface="Calibri" panose="020F0502020204030204" charset="0"/>
                <a:ea typeface="+mn-ea"/>
              </a:rPr>
              <a:t>sica e teatro</a:t>
            </a:r>
            <a:endParaRPr lang="en-US" altLang="pt-BR" sz="1600">
              <a:latin typeface="Calibri" panose="020F0502020204030204" charset="0"/>
              <a:ea typeface="+mn-ea"/>
            </a:endParaRPr>
          </a:p>
          <a:p>
            <a:r>
              <a:rPr lang="en-US" altLang="pt-BR" sz="1600">
                <a:latin typeface="Calibri" panose="020F0502020204030204" charset="0"/>
                <a:ea typeface="+mn-ea"/>
              </a:rPr>
              <a:t>- Distribui</a:t>
            </a:r>
            <a:r>
              <a:rPr lang="en-US" altLang="zh-CN" sz="1600">
                <a:latin typeface="Calibri" panose="020F0502020204030204" charset="0"/>
                <a:ea typeface="+mn-ea"/>
              </a:rPr>
              <a:t>ç</a:t>
            </a:r>
            <a:r>
              <a:rPr lang="en-US" altLang="en-US" sz="1600">
                <a:latin typeface="Calibri" panose="020F0502020204030204" charset="0"/>
                <a:ea typeface="+mn-ea"/>
              </a:rPr>
              <a:t>ã</a:t>
            </a:r>
            <a:r>
              <a:rPr lang="en-US" altLang="pt-BR" sz="1600">
                <a:latin typeface="Calibri" panose="020F0502020204030204" charset="0"/>
                <a:ea typeface="+mn-ea"/>
              </a:rPr>
              <a:t>o de alimentos</a:t>
            </a:r>
            <a:endParaRPr lang="en-US" altLang="pt-BR" sz="1600">
              <a:latin typeface="Calibri" panose="020F0502020204030204" charset="0"/>
              <a:ea typeface="+mn-ea"/>
            </a:endParaRPr>
          </a:p>
          <a:p>
            <a:r>
              <a:rPr lang="en-US" altLang="pt-BR" sz="1600">
                <a:latin typeface="Calibri" panose="020F0502020204030204" charset="0"/>
                <a:ea typeface="+mn-ea"/>
              </a:rPr>
              <a:t>- Sa</a:t>
            </a:r>
            <a:r>
              <a:rPr lang="en-US" altLang="en-US" sz="1600">
                <a:latin typeface="Calibri" panose="020F0502020204030204" charset="0"/>
                <a:ea typeface="+mn-ea"/>
              </a:rPr>
              <a:t>ú</a:t>
            </a:r>
            <a:r>
              <a:rPr lang="en-US" altLang="pt-BR" sz="1600">
                <a:latin typeface="Calibri" panose="020F0502020204030204" charset="0"/>
                <a:ea typeface="+mn-ea"/>
              </a:rPr>
              <a:t>de e orienta</a:t>
            </a:r>
            <a:r>
              <a:rPr lang="en-US" altLang="zh-CN" sz="1600">
                <a:latin typeface="Calibri" panose="020F0502020204030204" charset="0"/>
                <a:ea typeface="+mn-ea"/>
              </a:rPr>
              <a:t>ç</a:t>
            </a:r>
            <a:r>
              <a:rPr lang="en-US" altLang="en-US" sz="1600">
                <a:latin typeface="Calibri" panose="020F0502020204030204" charset="0"/>
                <a:ea typeface="+mn-ea"/>
              </a:rPr>
              <a:t>ã</a:t>
            </a:r>
            <a:r>
              <a:rPr lang="en-US" altLang="pt-BR" sz="1600">
                <a:latin typeface="Calibri" panose="020F0502020204030204" charset="0"/>
                <a:ea typeface="+mn-ea"/>
              </a:rPr>
              <a:t>o jur</a:t>
            </a:r>
            <a:r>
              <a:rPr lang="en-US" altLang="en-US" sz="1600">
                <a:latin typeface="Calibri" panose="020F0502020204030204" charset="0"/>
                <a:ea typeface="+mn-ea"/>
              </a:rPr>
              <a:t>í</a:t>
            </a:r>
            <a:r>
              <a:rPr lang="en-US" altLang="pt-BR" sz="1600">
                <a:latin typeface="Calibri" panose="020F0502020204030204" charset="0"/>
                <a:ea typeface="+mn-ea"/>
              </a:rPr>
              <a:t>dica</a:t>
            </a:r>
            <a:endParaRPr lang="en-US" altLang="pt-BR" sz="1600">
              <a:latin typeface="Calibri" panose="020F0502020204030204" charset="0"/>
              <a:ea typeface="+mn-ea"/>
            </a:endParaRPr>
          </a:p>
          <a:p>
            <a:r>
              <a:rPr lang="en-US" altLang="pt-BR" sz="1600">
                <a:latin typeface="Calibri" panose="020F0502020204030204" charset="0"/>
                <a:ea typeface="+mn-ea"/>
              </a:rPr>
              <a:t>- Defesa de direitos humanos</a:t>
            </a:r>
            <a:endParaRPr lang="en-US" altLang="pt-BR" sz="1600">
              <a:latin typeface="Calibri" panose="020F0502020204030204" charset="0"/>
              <a:ea typeface="+mn-ea"/>
            </a:endParaRPr>
          </a:p>
        </p:txBody>
      </p:sp>
      <p:pic>
        <p:nvPicPr>
          <p:cNvPr id="9219" name="Imagem 4" descr="WhatsApp Image 2026-05-25 at 19.45.19 (2)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39000" y="768350"/>
            <a:ext cx="4364038" cy="2986088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9220" name="Imagem 5" descr="WhatsApp Image 2026-05-25 at 19.45.19 (3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88" y="4135438"/>
            <a:ext cx="3638550" cy="250190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241" name="Título 1"/>
          <p:cNvSpPr>
            <a:spLocks noGrp="1"/>
          </p:cNvSpPr>
          <p:nvPr>
            <p:ph type="title"/>
          </p:nvPr>
        </p:nvSpPr>
        <p:spPr>
          <a:xfrm>
            <a:off x="647700" y="258763"/>
            <a:ext cx="10515600" cy="1325562"/>
          </a:xfrm>
        </p:spPr>
        <p:txBody>
          <a:bodyPr vert="horz" lIns="91440" tIns="45720" rIns="91440" bIns="45720" anchor="ctr" anchorCtr="0"/>
          <a:p>
            <a:pPr defTabSz="914400">
              <a:buNone/>
            </a:pPr>
            <a:r>
              <a:rPr lang="pt-BR" altLang="en-US" kern="1200">
                <a:latin typeface="Calibri Light" panose="020F0302020204030204" pitchFamily="34" charset="0"/>
                <a:ea typeface="+mj-ea"/>
                <a:cs typeface="+mj-cs"/>
              </a:rPr>
              <a:t>IMPACTO E RESULTADOS</a:t>
            </a:r>
            <a:endParaRPr lang="pt-BR" altLang="en-US" kern="1200">
              <a:latin typeface="Calibri Light" panose="020F0302020204030204" pitchFamily="34" charset="0"/>
              <a:ea typeface="+mj-ea"/>
              <a:cs typeface="+mj-cs"/>
            </a:endParaRPr>
          </a:p>
        </p:txBody>
      </p:sp>
      <p:sp>
        <p:nvSpPr>
          <p:cNvPr id="10242" name="Espaço Reservado para Conteúdo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anchor="t" anchorCtr="0"/>
          <a:p>
            <a:pPr defTabSz="914400">
              <a:buSzTx/>
              <a:buFont typeface="Arial" panose="020B0604020202020204" pitchFamily="34" charset="0"/>
              <a:buNone/>
            </a:pPr>
            <a:r>
              <a:rPr lang="en-US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✅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 Mais de 2 milh</a:t>
            </a:r>
            <a:r>
              <a:rPr lang="en-US" altLang="zh-CN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õ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es de pessoas beneficiadas</a:t>
            </a:r>
            <a:endParaRPr lang="en-US" altLang="pt-BR" kern="1200">
              <a:solidFill>
                <a:srgbClr val="404040"/>
              </a:solidFill>
              <a:latin typeface="Calibri Light" panose="020F0302020204030204" pitchFamily="34" charset="0"/>
              <a:ea typeface="+mn-ea"/>
              <a:cs typeface="+mn-cs"/>
            </a:endParaRPr>
          </a:p>
          <a:p>
            <a:pPr defTabSz="914400">
              <a:buSzTx/>
              <a:buFont typeface="Arial" panose="020B0604020202020204" pitchFamily="34" charset="0"/>
              <a:buNone/>
            </a:pPr>
            <a:r>
              <a:rPr lang="en-US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✅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 Atua</a:t>
            </a:r>
            <a:r>
              <a:rPr lang="en-US" altLang="zh-CN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ç</a:t>
            </a:r>
            <a:r>
              <a:rPr lang="en-US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ã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o em mais de 5 mil favelas brasileiras</a:t>
            </a:r>
            <a:endParaRPr lang="en-US" altLang="pt-BR" kern="1200">
              <a:solidFill>
                <a:srgbClr val="404040"/>
              </a:solidFill>
              <a:latin typeface="Calibri Light" panose="020F0302020204030204" pitchFamily="34" charset="0"/>
              <a:ea typeface="+mn-ea"/>
              <a:cs typeface="+mn-cs"/>
            </a:endParaRPr>
          </a:p>
          <a:p>
            <a:pPr defTabSz="914400">
              <a:buSzTx/>
              <a:buFont typeface="Arial" panose="020B0604020202020204" pitchFamily="34" charset="0"/>
              <a:buNone/>
            </a:pPr>
            <a:r>
              <a:rPr lang="en-US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✅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 Mais de 2 mil l</a:t>
            </a:r>
            <a:r>
              <a:rPr lang="en-US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í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deres formados por ano</a:t>
            </a:r>
            <a:endParaRPr lang="en-US" altLang="pt-BR" kern="1200">
              <a:solidFill>
                <a:srgbClr val="404040"/>
              </a:solidFill>
              <a:latin typeface="Calibri Light" panose="020F0302020204030204" pitchFamily="34" charset="0"/>
              <a:ea typeface="+mn-ea"/>
              <a:cs typeface="+mn-cs"/>
            </a:endParaRPr>
          </a:p>
          <a:p>
            <a:pPr defTabSz="914400">
              <a:buSzTx/>
              <a:buFont typeface="Arial" panose="020B0604020202020204" pitchFamily="34" charset="0"/>
              <a:buNone/>
            </a:pPr>
            <a:r>
              <a:rPr lang="en-US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✅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 Reconhecida pela ONU e pr</a:t>
            </a:r>
            <a:r>
              <a:rPr lang="en-US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ê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mios internacionais</a:t>
            </a:r>
            <a:endParaRPr lang="en-US" altLang="pt-BR" kern="1200">
              <a:solidFill>
                <a:srgbClr val="404040"/>
              </a:solidFill>
              <a:latin typeface="Calibri Light" panose="020F0302020204030204" pitchFamily="34" charset="0"/>
              <a:ea typeface="+mn-ea"/>
              <a:cs typeface="+mn-cs"/>
            </a:endParaRPr>
          </a:p>
          <a:p>
            <a:pPr defTabSz="914400">
              <a:buSzTx/>
              <a:buFont typeface="Arial" panose="020B0604020202020204" pitchFamily="34" charset="0"/>
              <a:buNone/>
            </a:pPr>
            <a:r>
              <a:rPr lang="en-US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✅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 Refer</a:t>
            </a:r>
            <a:r>
              <a:rPr lang="en-US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ê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ncia mundial em desenvolvimento territorial</a:t>
            </a:r>
            <a:endParaRPr lang="en-US" altLang="pt-BR" kern="1200">
              <a:solidFill>
                <a:srgbClr val="404040"/>
              </a:solidFill>
              <a:latin typeface="Calibri Light" panose="020F030202020403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1265" name="Título 1"/>
          <p:cNvSpPr>
            <a:spLocks noGrp="1"/>
          </p:cNvSpPr>
          <p:nvPr>
            <p:ph type="title"/>
          </p:nvPr>
        </p:nvSpPr>
        <p:spPr>
          <a:xfrm>
            <a:off x="647700" y="258763"/>
            <a:ext cx="10515600" cy="1325562"/>
          </a:xfrm>
        </p:spPr>
        <p:txBody>
          <a:bodyPr vert="horz" lIns="91440" tIns="45720" rIns="91440" bIns="45720" anchor="ctr" anchorCtr="0"/>
          <a:p>
            <a:pPr defTabSz="914400">
              <a:buNone/>
            </a:pPr>
            <a:r>
              <a:rPr lang="pt-BR" altLang="en-US" kern="1200">
                <a:latin typeface="Calibri Light" panose="020F0302020204030204" pitchFamily="34" charset="0"/>
                <a:ea typeface="+mj-ea"/>
                <a:cs typeface="+mj-cs"/>
              </a:rPr>
              <a:t>SIGNIFICADO DO NOME</a:t>
            </a:r>
            <a:endParaRPr lang="pt-BR" altLang="en-US" kern="1200">
              <a:latin typeface="Calibri Light" panose="020F0302020204030204" pitchFamily="34" charset="0"/>
              <a:ea typeface="+mj-ea"/>
              <a:cs typeface="+mj-cs"/>
            </a:endParaRPr>
          </a:p>
        </p:txBody>
      </p:sp>
      <p:sp>
        <p:nvSpPr>
          <p:cNvPr id="11266" name="Espaço Reservado para Conteúdo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anchor="t" anchorCtr="0"/>
          <a:p>
            <a:pPr defTabSz="914400">
              <a:buSzTx/>
              <a:buFont typeface="Arial" panose="020B0604020202020204" pitchFamily="34" charset="0"/>
              <a:buNone/>
            </a:pP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Gerando Falc</a:t>
            </a:r>
            <a:r>
              <a:rPr lang="en-US" altLang="zh-CN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õ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es" representa a cren</a:t>
            </a:r>
            <a:r>
              <a:rPr lang="en-US" altLang="zh-CN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ç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a de que dentro de cada pessoa da periferia existe um grande potencial</a:t>
            </a:r>
            <a:r>
              <a:rPr lang="pt-BR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, 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como um falc</a:t>
            </a:r>
            <a:r>
              <a:rPr lang="en-US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ã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o pronto para voar alto. O trabalho da ONG </a:t>
            </a:r>
            <a:r>
              <a:rPr lang="en-US" altLang="en-US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é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 dar as condi</a:t>
            </a:r>
            <a:r>
              <a:rPr lang="en-US" altLang="zh-CN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çõ</a:t>
            </a:r>
            <a:r>
              <a:rPr lang="en-US" altLang="pt-BR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es para que esse potencial seja desenvolvido.</a:t>
            </a:r>
            <a:endParaRPr lang="en-US" altLang="pt-BR" kern="1200">
              <a:solidFill>
                <a:srgbClr val="404040"/>
              </a:solidFill>
              <a:latin typeface="Calibri Light" panose="020F0302020204030204" pitchFamily="34" charset="0"/>
              <a:ea typeface="+mn-ea"/>
              <a:cs typeface="+mn-cs"/>
            </a:endParaRPr>
          </a:p>
          <a:p>
            <a:pPr defTabSz="914400">
              <a:buSzTx/>
              <a:buFont typeface="Arial" panose="020B0604020202020204" pitchFamily="34" charset="0"/>
              <a:buNone/>
            </a:pPr>
            <a:endParaRPr lang="en-US" altLang="pt-BR" kern="1200">
              <a:solidFill>
                <a:srgbClr val="404040"/>
              </a:solidFill>
              <a:latin typeface="Calibri Light" panose="020F0302020204030204" pitchFamily="34" charset="0"/>
              <a:ea typeface="+mn-ea"/>
              <a:cs typeface="+mn-cs"/>
            </a:endParaRPr>
          </a:p>
          <a:p>
            <a:pPr defTabSz="914400">
              <a:buSzTx/>
              <a:buFont typeface="Arial" panose="020B0604020202020204" pitchFamily="34" charset="0"/>
              <a:buNone/>
            </a:pPr>
            <a:endParaRPr lang="en-US" altLang="pt-BR" kern="1200">
              <a:solidFill>
                <a:srgbClr val="404040"/>
              </a:solidFill>
              <a:latin typeface="Calibri Light" panose="020F0302020204030204" pitchFamily="34" charset="0"/>
              <a:ea typeface="+mn-ea"/>
              <a:cs typeface="+mn-cs"/>
            </a:endParaRPr>
          </a:p>
          <a:p>
            <a:pPr defTabSz="914400">
              <a:buSzTx/>
              <a:buFont typeface="Arial" panose="020B0604020202020204" pitchFamily="34" charset="0"/>
              <a:buNone/>
            </a:pPr>
            <a:r>
              <a:rPr lang="pt-BR" altLang="en-US" sz="4400" b="1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Site da ONG</a:t>
            </a:r>
            <a:endParaRPr lang="pt-BR" altLang="en-US" sz="4400" b="1" kern="1200">
              <a:solidFill>
                <a:srgbClr val="404040"/>
              </a:solidFill>
              <a:latin typeface="Calibri Light" panose="020F0302020204030204" pitchFamily="34" charset="0"/>
              <a:ea typeface="+mn-ea"/>
              <a:cs typeface="+mn-cs"/>
            </a:endParaRPr>
          </a:p>
          <a:p>
            <a:pPr defTabSz="914400">
              <a:buSzTx/>
              <a:buFont typeface="Arial" panose="020B0604020202020204" pitchFamily="34" charset="0"/>
              <a:buNone/>
            </a:pPr>
            <a:r>
              <a:rPr lang="en-US" altLang="pt-BR" sz="4400" kern="1200">
                <a:solidFill>
                  <a:srgbClr val="404040"/>
                </a:solidFill>
                <a:latin typeface="Calibri Light" panose="020F0302020204030204" pitchFamily="34" charset="0"/>
                <a:ea typeface="+mn-ea"/>
                <a:cs typeface="+mn-cs"/>
              </a:rPr>
              <a:t>https://www.gerandofalcoes.com/</a:t>
            </a:r>
            <a:endParaRPr lang="en-US" altLang="pt-BR" sz="4400" kern="1200">
              <a:solidFill>
                <a:srgbClr val="404040"/>
              </a:solidFill>
              <a:latin typeface="Calibri Light" panose="020F030202020403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2448</Words>
  <Application>WPS Presentation</Application>
  <PresentationFormat>宽屏</PresentationFormat>
  <Paragraphs>66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7" baseType="lpstr">
      <vt:lpstr>Arial</vt:lpstr>
      <vt:lpstr>SimSun</vt:lpstr>
      <vt:lpstr>Wingdings</vt:lpstr>
      <vt:lpstr>Calibri</vt:lpstr>
      <vt:lpstr>黑体</vt:lpstr>
      <vt:lpstr>Calibri Light</vt:lpstr>
      <vt:lpstr>Microsoft YaHei</vt:lpstr>
      <vt:lpstr>Arial Unicode MS</vt:lpstr>
      <vt:lpstr>Office Theme</vt:lpstr>
      <vt:lpstr>Sistema Web - ONG GERANDO FALCÕES</vt:lpstr>
      <vt:lpstr>DESCRIÇÃO</vt:lpstr>
      <vt:lpstr>SOBRE A ONG</vt:lpstr>
      <vt:lpstr>MISSÃO</vt:lpstr>
      <vt:lpstr>VISÃO</vt:lpstr>
      <vt:lpstr>PRINCIPAIS ÁREAS DE ATUAÇÃO</vt:lpstr>
      <vt:lpstr>IMPACTO E RESULTADOS</vt:lpstr>
      <vt:lpstr>SIGNIFICADO DO NOME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7</cp:revision>
  <dcterms:created xsi:type="dcterms:W3CDTF">2025-07-23T00:59:00Z</dcterms:created>
  <dcterms:modified xsi:type="dcterms:W3CDTF">2026-05-26T19:40:15Z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1046-12.2.0.23196</vt:lpwstr>
  </property>
  <property fmtid="{D5CDD505-2E9C-101B-9397-08002B2CF9AE}" pid="3" name="ICV">
    <vt:lpwstr>6A11501C3852482BB4AEF2FA9C575F45_13</vt:lpwstr>
  </property>
</Properties>
</file>